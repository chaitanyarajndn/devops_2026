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3" d="100"/>
          <a:sy n="93" d="100"/>
        </p:scale>
        <p:origin x="21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A50B6-F77E-BA91-0070-943F90731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F374CF-F48B-6B00-4A34-99C9C2356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33BD8-C099-63D6-BCD1-424829195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BD25-4153-4B0A-8138-C34408C7DC4A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82606-5655-440E-2625-B0FDCE4A4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948CAC-1513-5A67-420F-1D23B841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F657-EB95-4FD4-A0FF-83DF8E305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5371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F9D29-75A9-8072-66B5-C3B637A15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853C7-AF5F-E476-6AB6-7082D2D46E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949B2-584E-E6B7-EEAC-5D1A0A5BA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BD25-4153-4B0A-8138-C34408C7DC4A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F8901-AF10-2120-59D2-5C2073C03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F795A-C317-A139-96EB-9850A5A85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F657-EB95-4FD4-A0FF-83DF8E305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7145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51AC5-0843-F555-EEA4-8B7A85E04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8CFDA0-E586-46C0-5D60-F6F6D607C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27C2E3-1B99-AD0B-90E1-93E585980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BD25-4153-4B0A-8138-C34408C7DC4A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7A174-6495-9AAD-5769-C4F9A7653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EF09C-8441-47F8-2C40-72910FA94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F657-EB95-4FD4-A0FF-83DF8E305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017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44CEB-AFAB-14DD-631D-983F0FC55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979C5-DE3C-BB79-658F-50A2052D51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84D58-DCA9-C4B7-843B-4851C0340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DF53F-F0FA-9F56-42F1-00D678D96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BD25-4153-4B0A-8138-C34408C7DC4A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7A28F2-1C56-81D2-7541-7474EF8E5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FBAB60-2B5B-533C-33E1-1DAD984CF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F657-EB95-4FD4-A0FF-83DF8E305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888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D3D2E-5E7D-C067-271E-D3932E22D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D2105-63A6-0088-F5A7-291B07EB85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54CDC-CCAD-3A4C-D1C3-34FA8C151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1E4F8-9CF7-97BD-1BB6-F88BDCAA88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DF0F37-7295-53EE-CD8E-FDC4DC426F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FC62FA-47DB-E17F-A799-A3624440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BD25-4153-4B0A-8138-C34408C7DC4A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004A77-84FB-B3CA-7C98-0478F3AA3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388BC5-B832-C650-8992-92EE0772B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F657-EB95-4FD4-A0FF-83DF8E305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136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1649A-FC56-DCF2-C046-E7991AA1D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068BB75-473C-8B3E-C995-4BCE65DD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BD25-4153-4B0A-8138-C34408C7DC4A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087D74-0493-EAA7-FF3B-92812437E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A32BB5-32FA-F0B2-4534-0937AE64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F657-EB95-4FD4-A0FF-83DF8E305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0201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0BE62C-A8D1-2AA8-3909-3F73A099E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BD25-4153-4B0A-8138-C34408C7DC4A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0B9B9B-799B-06D1-EA39-3CF7BC490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EA63F-6AD1-EC30-DB19-2F27BABB4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F657-EB95-4FD4-A0FF-83DF8E305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92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66C04-A007-82B9-8C1B-A2ADB21D0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1919A-4930-D51A-0414-04624B52F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53F0B-46CB-E0BD-C5C6-772D004625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D78929-E6A0-CE47-2267-DDF20423D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BD25-4153-4B0A-8138-C34408C7DC4A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94F9E-9EDD-B05D-A98F-D7B039D3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DD220-ACC9-94DA-8A53-D2D9E28E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F657-EB95-4FD4-A0FF-83DF8E305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680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260C4-3C97-2A62-AC48-FAE972C4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A057B-430D-F1C0-612B-5439AF14A7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C192D0-529F-94B3-6400-394C51D6A5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2F02F-CFB9-FFC7-17BD-9EE9C4750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BD25-4153-4B0A-8138-C34408C7DC4A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4B7B9-3FA5-2CB6-B46D-888C4AD0A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C4F64C-77EE-7921-A2F4-D5201246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F657-EB95-4FD4-A0FF-83DF8E305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547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465CE-BC08-F6C0-C08B-AB27A3D23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8B642-D7AF-971B-4E46-E2434F343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17F32-E5DC-1FC4-017C-80BEC914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BD25-4153-4B0A-8138-C34408C7DC4A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281FC-CFF6-ECCE-C4ED-1E46935F4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9C309-E324-500A-BD34-3FB60ED8E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F657-EB95-4FD4-A0FF-83DF8E305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092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AF4BEF-A27E-7390-7253-24FCF6C863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FC036-6173-F175-84BD-0AF75E0F4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0417F-FA4F-80C6-EAEF-15391FA5F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DBD25-4153-4B0A-8138-C34408C7DC4A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D2ED9-8D16-7F29-D321-049BC7383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93287-B63A-0523-1D44-9ED5429D6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0EF657-EB95-4FD4-A0FF-83DF8E305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720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12650E-FDD3-94E0-379F-DB2348C36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7734A4-CAA6-1DA6-CE9F-B690200FF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DB6B4-5388-083A-1D09-97A68E7FEA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DDBD25-4153-4B0A-8138-C34408C7DC4A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315B0B-C958-7539-201F-0955055B8A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75A9-76CB-5D42-7049-6BA39DC0D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0EF657-EB95-4FD4-A0FF-83DF8E3056A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903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3719C6-5EE6-5389-1CC4-B58C0035B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0636" y="131805"/>
            <a:ext cx="70823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73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879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683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0729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56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099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Chaitanya Raj Nandan</dc:creator>
  <cp:lastModifiedBy>Chaitanya Raj Nandan</cp:lastModifiedBy>
  <cp:revision>1</cp:revision>
  <dcterms:created xsi:type="dcterms:W3CDTF">2024-07-22T18:56:10Z</dcterms:created>
  <dcterms:modified xsi:type="dcterms:W3CDTF">2024-07-22T18:56:22Z</dcterms:modified>
</cp:coreProperties>
</file>