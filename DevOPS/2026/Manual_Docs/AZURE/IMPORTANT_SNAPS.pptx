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351C-CD9C-3A6D-88C4-EE3C8DC09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859AA-BFCC-39BF-BB81-88672B5E6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88791-83AF-0105-AD13-EF814172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5045C-6009-FD71-A2DE-44368D43D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9475D-700A-D8A3-0CF3-D7F30DF8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30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658DF-33BC-B3B6-6C2A-E6093A623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EE51B-B4EA-23F6-31A6-A39A29931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36ECD-80C5-7711-8627-14FE11DC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394D7-B119-33D2-8F6B-2F9A5BFE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003F2-BDCD-8BCE-0552-4CDD87F0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712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B77-196E-043E-E13E-AA84D64A5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EFFC2-5FF1-661D-2DD5-920E586F3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2F1D-E64C-826F-8F36-58685483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AFE6D-600C-3D33-9F93-D17C8BF5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E75F9-20BF-16CE-2037-D981F89A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20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FCF1-9687-FAAA-B0B9-B52196A2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A0264-41E3-48A9-615B-7D41C56FDD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86A50-490C-2E53-A97A-7977AE9E2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0DE16-2DAB-2E67-95B3-D4E8ED72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0C64D-287F-D212-056A-9E5AC6B7C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F26EC-3E5C-D700-B726-B1BB999F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644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FF5E-947C-9D03-54DB-AE2F5FA51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026E2-A2C0-FD1C-4303-B4FA70359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78C25-1B0C-D93E-7C22-1D2A7B7E2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5DA843-987B-65FB-801C-8009E253A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6A23D-D59C-9EC0-5C7C-D5ECE8644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19CFDC-36FF-9D70-1379-06010BEAB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2DEED5-9C4B-348A-9761-72EB95DBC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433C8-CA88-4BC2-2069-21B56A17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703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EDE1-7A5C-EF17-07D3-A4CFDBB68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791DF-7164-5DFC-ACD6-F7EE2D2D1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A9E0A-E9DD-79C3-DF8E-457DF01E2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95172-977F-924F-E695-19696EC2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838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024BA6-EA75-E2C0-C7E4-E4AE78E27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B7754A-BB85-E45B-9A70-720012FBE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68D87-6DCA-BC52-018B-343B911F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5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2A588-64EF-4802-D83B-9860FD01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0EA7-BF13-C55D-1DCD-08E4077A5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18974-D703-9244-89B1-498507F5D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E03B3-4905-5721-59D9-30D0FA530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7CFD-6C79-EFE4-746E-DD81EA67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90F02-A815-542B-4EE7-FC89B3A0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8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AA470-CBFD-699F-C110-CC963A4CF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34264-9FD8-5658-A296-01765B31B2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C4B47-8C85-CC76-3B5D-110129546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607EF-8B55-D2D8-4DAC-56B339651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1E776-33F1-2B93-CE39-A84E201AE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B97EF-BF1E-EA17-9040-26B816FC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30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F38A-9219-4E35-5B1E-B5B3FC8E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29E37-31C7-7E5B-186D-69C19F244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B776C-4D32-A793-E491-F4925BE44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69009-FC69-749E-7F0F-D151E5D98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8D940-951E-C9D4-723E-83AF6121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7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535AB-CF2C-E4BF-1248-C56D7E0E4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27C7E-E66F-DF4C-024F-2F4522F52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FBA04-FD25-543D-DCEC-6344FF370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B52BB-1A95-1DF1-D273-A7E2562E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55C8F-07BF-63D0-F85C-0737BC51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003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29A769-8728-0E0A-4FD0-323E3D05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6A1A1-6260-8D3B-6EFD-2CD96ECD6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DC5F0-0B78-ABA7-6AE2-30208753F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C8B9A-83CF-42B5-9B24-31E16522E22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EE851-95C2-18AE-62A5-641149977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BF2E1-CCE9-208D-5E8F-D39F0EE8C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98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100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3563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C4D2FD-B8BD-CB08-C486-3295E596F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048" y="1299865"/>
            <a:ext cx="6477904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92E57-E264-44B4-94C4-8C359D053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03" y="1423707"/>
            <a:ext cx="9983593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33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5B4ECE-8BDE-9612-4F73-38DBA03E1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57" y="1137918"/>
            <a:ext cx="7592485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55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E953B5-3759-17FE-3F41-D5A10C172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89" y="137653"/>
            <a:ext cx="8040222" cy="65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9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70668E-CA6F-F962-5C42-556CFDC73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050" y="1118865"/>
            <a:ext cx="3943900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429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9DEEBB-21D6-7DF6-1BC5-C55F7CF0F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484" y="0"/>
            <a:ext cx="82430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50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C650CD-D4D8-0B0B-3A6D-C8811634C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56" y="0"/>
            <a:ext cx="115934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2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047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02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Raj Nandan</dc:creator>
  <cp:lastModifiedBy>Chaitanya Raj Nandan</cp:lastModifiedBy>
  <cp:revision>5</cp:revision>
  <dcterms:created xsi:type="dcterms:W3CDTF">2026-03-01T16:47:43Z</dcterms:created>
  <dcterms:modified xsi:type="dcterms:W3CDTF">2026-03-29T17:45:26Z</dcterms:modified>
</cp:coreProperties>
</file>