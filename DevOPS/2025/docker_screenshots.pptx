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8" r:id="rId9"/>
    <p:sldId id="267" r:id="rId10"/>
    <p:sldId id="269" r:id="rId11"/>
    <p:sldId id="270" r:id="rId12"/>
    <p:sldId id="271" r:id="rId13"/>
    <p:sldId id="266" r:id="rId14"/>
    <p:sldId id="265" r:id="rId15"/>
    <p:sldId id="264" r:id="rId16"/>
    <p:sldId id="263" r:id="rId17"/>
    <p:sldId id="272" r:id="rId18"/>
    <p:sldId id="279" r:id="rId19"/>
    <p:sldId id="287" r:id="rId20"/>
    <p:sldId id="286" r:id="rId21"/>
    <p:sldId id="285" r:id="rId22"/>
    <p:sldId id="284" r:id="rId23"/>
    <p:sldId id="283" r:id="rId24"/>
    <p:sldId id="282" r:id="rId25"/>
    <p:sldId id="288" r:id="rId26"/>
    <p:sldId id="281" r:id="rId27"/>
    <p:sldId id="280" r:id="rId28"/>
    <p:sldId id="273" r:id="rId29"/>
    <p:sldId id="278" r:id="rId30"/>
    <p:sldId id="274" r:id="rId31"/>
    <p:sldId id="277" r:id="rId32"/>
    <p:sldId id="276" r:id="rId33"/>
    <p:sldId id="275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4" autoAdjust="0"/>
    <p:restoredTop sz="94660"/>
  </p:normalViewPr>
  <p:slideViewPr>
    <p:cSldViewPr snapToGrid="0">
      <p:cViewPr varScale="1">
        <p:scale>
          <a:sx n="93" d="100"/>
          <a:sy n="93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B237-B000-CA0B-2A5F-322CFB60A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932B5-9B94-46D8-0C20-D03CC499A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82DCD-B7E3-0020-EDBA-B69E3FC2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BA552-1F2C-F379-305F-4C6AA1D9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8F73-CAB0-A4F9-6688-199E957E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73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4771-6F65-6708-009E-14DB4B2EF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13B2-6219-9A71-1904-C65CE5126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BDE9E-DD30-60CC-B1B3-8C62F65E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7A430-FCCB-46A2-2FAD-7D85BC25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7ED8-F12B-7BB4-9717-04F2166C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8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EFD4-4773-A532-E3DB-A32790FF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DA975-3762-E22F-D258-7F1D01EBD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B76FF-AAEA-576F-5C43-4E47B886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D3900-8C8E-8467-6629-550FFB5AC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CFF2B-FB01-4F4D-3CD4-D5F7793B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96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D164-613C-D3EF-B0A7-1BC2D95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BD3AC-9BF1-F21B-EBB4-F99CFB8EE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BFE26-67F1-6BFA-BA88-76D06200B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3DEBA-C7BD-CE93-AC9D-49761E80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D56A1-58B8-C3BF-0EB8-29753147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38F34-E132-5A9B-7C34-EB5E5352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98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DD1B-FE82-0EF2-79CA-E736C722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B2E98-A03A-18CF-3957-0E3648C7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5E42D-6468-4B7A-DCCC-678F1B241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EB050-D3EB-D420-1404-3A3D58FE2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F9821-7235-F036-C10B-F53145291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D0C83-27B3-F091-AEBF-A770057EF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7409B-675F-68B2-15A7-247AB6D5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0A9E0-43AF-CBFA-33C1-F8CB9300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77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1948D-E330-004F-6521-3CFC4DF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D25ED-B2D9-C7D3-15CD-47F23121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C4FB9-FA74-34BC-3829-1EF46FAC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2BB19-5F77-BE14-51D1-1CF071DA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60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7FDB2-C37E-23A8-C9DA-674A050D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EB1A0-2572-CAFD-41FD-25184004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A60CC-727D-05B4-E0C7-A36AF43D5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86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DDE7-E458-F36B-688E-97E46B1E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D1B36-7897-F70A-78B1-C96638DFA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F07CC-F318-444F-0F4D-DF971CB00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F8EA-4662-5609-989D-891743BF5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2028B-1BDF-3CE5-EAFD-F897DEEAE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52BFA-743E-3C59-C184-4A4B65DB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08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7738-6416-CDE8-7C6B-B3E319AE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4DB4D7-96ED-C7A9-7440-87F84636E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B6D92-D813-B0B2-DFA6-5964B1682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8CCF4-CE91-B3DC-D868-7882025F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37C8C-C073-1352-0D7C-79DFF77B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4F527-D61F-DFC3-BC1B-9CD3C086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25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FDCD-AFDE-BF09-1588-BA51C9AC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2D34D-487A-B7F8-FE73-5960027FC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D052-FC77-B59E-9225-9E382D65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2A7FA-A6D2-EA36-0F56-DF81F484C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E3F9B-F64E-164F-7333-A810E9A1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3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CA700-DDCA-1D26-F5A4-382773E44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98D40-BC5A-3362-2238-3F1EA2C18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3F1F8-666B-02A9-6F95-94F7A130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F4A2C-F3A3-076F-99F6-668DC4E8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E142-2E46-EA5F-23BB-104DFD62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41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7CC6E-9A81-D661-907D-7AB9BE39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01738-B631-4422-9D72-6AF3AAC8A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FAB59-2948-CA1A-6435-345940532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73C73-0BF7-4091-9010-AA614943A2F5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9382-32FD-CBA2-D87B-2B0755638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6365-6646-F817-FAE3-4274A9AB5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CB5A0-FD4A-44D0-846D-6A4B6B1C5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36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5E9A71-8889-CA8E-823A-0DFF81B7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43" y="217198"/>
            <a:ext cx="12192000" cy="64236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627212-0D3D-48E8-E351-76BCE75CF778}"/>
              </a:ext>
            </a:extLst>
          </p:cNvPr>
          <p:cNvSpPr/>
          <p:nvPr/>
        </p:nvSpPr>
        <p:spPr>
          <a:xfrm>
            <a:off x="9012195" y="1828800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260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9D16CE-34FE-34FE-E995-B56FC09D2DD5}"/>
              </a:ext>
            </a:extLst>
          </p:cNvPr>
          <p:cNvSpPr/>
          <p:nvPr/>
        </p:nvSpPr>
        <p:spPr>
          <a:xfrm>
            <a:off x="3113903" y="494270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8081B-DAC3-FA95-BD2C-825BABED2F21}"/>
              </a:ext>
            </a:extLst>
          </p:cNvPr>
          <p:cNvSpPr/>
          <p:nvPr/>
        </p:nvSpPr>
        <p:spPr>
          <a:xfrm>
            <a:off x="745524" y="1488990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CC945-8636-8782-DCFB-F44EDA582ECF}"/>
              </a:ext>
            </a:extLst>
          </p:cNvPr>
          <p:cNvSpPr/>
          <p:nvPr/>
        </p:nvSpPr>
        <p:spPr>
          <a:xfrm>
            <a:off x="5239265" y="1905000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4D420-015E-0D14-458B-69EBCE434A00}"/>
              </a:ext>
            </a:extLst>
          </p:cNvPr>
          <p:cNvSpPr/>
          <p:nvPr/>
        </p:nvSpPr>
        <p:spPr>
          <a:xfrm>
            <a:off x="3336325" y="4133336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DE3BA-3313-8A6F-D877-A10CA04F482D}"/>
              </a:ext>
            </a:extLst>
          </p:cNvPr>
          <p:cNvSpPr/>
          <p:nvPr/>
        </p:nvSpPr>
        <p:spPr>
          <a:xfrm>
            <a:off x="9012195" y="1828800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8B3DD3-F857-B60C-9C6F-CB54B74B260A}"/>
              </a:ext>
            </a:extLst>
          </p:cNvPr>
          <p:cNvSpPr/>
          <p:nvPr/>
        </p:nvSpPr>
        <p:spPr>
          <a:xfrm>
            <a:off x="7426411" y="4298093"/>
            <a:ext cx="2759675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63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CA4BA-C812-F43E-0B8B-5A5E1ADB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6685"/>
            <a:ext cx="12192000" cy="41196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7B0496-8D38-3CEA-E7E8-A25EC59DC3C1}"/>
              </a:ext>
            </a:extLst>
          </p:cNvPr>
          <p:cNvSpPr/>
          <p:nvPr/>
        </p:nvSpPr>
        <p:spPr>
          <a:xfrm>
            <a:off x="9572368" y="1507524"/>
            <a:ext cx="2075935" cy="4118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FECF47-4389-DE8D-F62B-4060AAEB5C07}"/>
              </a:ext>
            </a:extLst>
          </p:cNvPr>
          <p:cNvSpPr/>
          <p:nvPr/>
        </p:nvSpPr>
        <p:spPr>
          <a:xfrm>
            <a:off x="9547654" y="1054443"/>
            <a:ext cx="378941" cy="337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13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5AD11-8B06-9837-1E63-DD08D260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633" y="31611"/>
            <a:ext cx="6297478" cy="66963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987A28-2F40-A6DC-4ADD-AFFD019AC73E}"/>
              </a:ext>
            </a:extLst>
          </p:cNvPr>
          <p:cNvSpPr/>
          <p:nvPr/>
        </p:nvSpPr>
        <p:spPr>
          <a:xfrm>
            <a:off x="4160108" y="1361304"/>
            <a:ext cx="1515762" cy="3686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C009B-7177-F08F-98E9-68E70423FB60}"/>
              </a:ext>
            </a:extLst>
          </p:cNvPr>
          <p:cNvSpPr/>
          <p:nvPr/>
        </p:nvSpPr>
        <p:spPr>
          <a:xfrm>
            <a:off x="2496064" y="2683476"/>
            <a:ext cx="354227" cy="7455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C65866-3A5D-8921-42B2-6F2E5001D3B8}"/>
              </a:ext>
            </a:extLst>
          </p:cNvPr>
          <p:cNvSpPr/>
          <p:nvPr/>
        </p:nvSpPr>
        <p:spPr>
          <a:xfrm>
            <a:off x="6804454" y="6229865"/>
            <a:ext cx="1540476" cy="4098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008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EBBC07C-A076-41D5-9D2B-E1A8DCB05FC4}"/>
              </a:ext>
            </a:extLst>
          </p:cNvPr>
          <p:cNvGrpSpPr/>
          <p:nvPr/>
        </p:nvGrpSpPr>
        <p:grpSpPr>
          <a:xfrm>
            <a:off x="0" y="743466"/>
            <a:ext cx="12192000" cy="4632960"/>
            <a:chOff x="0" y="743466"/>
            <a:chExt cx="12192000" cy="463296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F93EBAA-BC9F-3BFB-0E7C-9227785EE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43466"/>
              <a:ext cx="12192000" cy="463296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39947D-C3FC-58B4-5C78-F09A6D0E0ECE}"/>
                </a:ext>
              </a:extLst>
            </p:cNvPr>
            <p:cNvSpPr/>
            <p:nvPr/>
          </p:nvSpPr>
          <p:spPr>
            <a:xfrm>
              <a:off x="1993557" y="858795"/>
              <a:ext cx="716691" cy="36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3C8B35D-2B1D-4E7D-D4EC-C0D910F254FB}"/>
              </a:ext>
            </a:extLst>
          </p:cNvPr>
          <p:cNvSpPr/>
          <p:nvPr/>
        </p:nvSpPr>
        <p:spPr>
          <a:xfrm>
            <a:off x="3587578" y="4547286"/>
            <a:ext cx="3579341" cy="352169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5543DD-404B-C22A-FFFA-86A5CF5D6238}"/>
              </a:ext>
            </a:extLst>
          </p:cNvPr>
          <p:cNvSpPr/>
          <p:nvPr/>
        </p:nvSpPr>
        <p:spPr>
          <a:xfrm>
            <a:off x="10754497" y="4473147"/>
            <a:ext cx="634313" cy="486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65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6B418-F7AE-5718-1CDC-FC59413A2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18" y="411218"/>
            <a:ext cx="10417443" cy="60355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3092C9-172F-A474-A28C-362973C2121C}"/>
              </a:ext>
            </a:extLst>
          </p:cNvPr>
          <p:cNvSpPr/>
          <p:nvPr/>
        </p:nvSpPr>
        <p:spPr>
          <a:xfrm>
            <a:off x="9803028" y="2372497"/>
            <a:ext cx="1202724" cy="4366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1C119-5CB0-6892-65B6-3338CD71EFD8}"/>
              </a:ext>
            </a:extLst>
          </p:cNvPr>
          <p:cNvSpPr/>
          <p:nvPr/>
        </p:nvSpPr>
        <p:spPr>
          <a:xfrm>
            <a:off x="6779740" y="3748216"/>
            <a:ext cx="790833" cy="4366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446F5-468D-5B42-3A50-FF88D229ABEF}"/>
              </a:ext>
            </a:extLst>
          </p:cNvPr>
          <p:cNvSpPr/>
          <p:nvPr/>
        </p:nvSpPr>
        <p:spPr>
          <a:xfrm>
            <a:off x="10340897" y="4258962"/>
            <a:ext cx="483622" cy="3689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2CA81B-4F08-92F0-5B29-F138174B9D9C}"/>
              </a:ext>
            </a:extLst>
          </p:cNvPr>
          <p:cNvSpPr/>
          <p:nvPr/>
        </p:nvSpPr>
        <p:spPr>
          <a:xfrm>
            <a:off x="3048001" y="556054"/>
            <a:ext cx="799070" cy="4366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556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0BCD73-083E-ABD9-6FCF-B9B4C831A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08" y="685562"/>
            <a:ext cx="9731583" cy="54868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D70A5D-8FDB-98BE-960F-61E316F2F206}"/>
              </a:ext>
            </a:extLst>
          </p:cNvPr>
          <p:cNvSpPr/>
          <p:nvPr/>
        </p:nvSpPr>
        <p:spPr>
          <a:xfrm>
            <a:off x="7694140" y="5684109"/>
            <a:ext cx="2479590" cy="3871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42A7F-C356-D8CA-C4ED-10DA3C843C3C}"/>
              </a:ext>
            </a:extLst>
          </p:cNvPr>
          <p:cNvSpPr/>
          <p:nvPr/>
        </p:nvSpPr>
        <p:spPr>
          <a:xfrm>
            <a:off x="6903307" y="115330"/>
            <a:ext cx="790833" cy="164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47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A9893A-63D5-C1CA-C1A5-6366151CC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11" y="1697452"/>
            <a:ext cx="12192000" cy="31335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3A85D6-7513-BB92-B620-D4D7E507A9C6}"/>
              </a:ext>
            </a:extLst>
          </p:cNvPr>
          <p:cNvSpPr/>
          <p:nvPr/>
        </p:nvSpPr>
        <p:spPr>
          <a:xfrm>
            <a:off x="1408670" y="387178"/>
            <a:ext cx="790833" cy="4366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D3A215-B131-A1E0-2186-EA33961E5C57}"/>
              </a:ext>
            </a:extLst>
          </p:cNvPr>
          <p:cNvSpPr/>
          <p:nvPr/>
        </p:nvSpPr>
        <p:spPr>
          <a:xfrm>
            <a:off x="708453" y="3855308"/>
            <a:ext cx="2430163" cy="486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B63D4-6A21-67B3-4F82-5A1D87EEB7F3}"/>
              </a:ext>
            </a:extLst>
          </p:cNvPr>
          <p:cNvSpPr/>
          <p:nvPr/>
        </p:nvSpPr>
        <p:spPr>
          <a:xfrm>
            <a:off x="7673546" y="914400"/>
            <a:ext cx="790833" cy="4366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47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E8D754-C486-5352-2497-8014D4176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611"/>
            <a:ext cx="12192000" cy="35787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25CC81-2DDF-CC4C-BF90-120705BB9F1D}"/>
              </a:ext>
            </a:extLst>
          </p:cNvPr>
          <p:cNvSpPr/>
          <p:nvPr/>
        </p:nvSpPr>
        <p:spPr>
          <a:xfrm>
            <a:off x="3789404" y="584886"/>
            <a:ext cx="790833" cy="4366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A7A60-C8D6-AD80-6034-34FDD945159D}"/>
              </a:ext>
            </a:extLst>
          </p:cNvPr>
          <p:cNvSpPr/>
          <p:nvPr/>
        </p:nvSpPr>
        <p:spPr>
          <a:xfrm>
            <a:off x="6779740" y="3748216"/>
            <a:ext cx="790833" cy="4366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79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80117-2D54-2861-28FA-309BE9733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0703" y="672801"/>
            <a:ext cx="13028068" cy="41298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38471E-163F-D79C-8EB6-52DDDA0CC910}"/>
              </a:ext>
            </a:extLst>
          </p:cNvPr>
          <p:cNvSpPr/>
          <p:nvPr/>
        </p:nvSpPr>
        <p:spPr>
          <a:xfrm>
            <a:off x="9415849" y="1688757"/>
            <a:ext cx="1993556" cy="601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3DC0FC-AF09-8F51-B5F5-1CE847B74D2B}"/>
              </a:ext>
            </a:extLst>
          </p:cNvPr>
          <p:cNvSpPr/>
          <p:nvPr/>
        </p:nvSpPr>
        <p:spPr>
          <a:xfrm>
            <a:off x="7549979" y="2992395"/>
            <a:ext cx="3686432" cy="6013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E0DA4-C241-2830-AC49-54572DCA710B}"/>
              </a:ext>
            </a:extLst>
          </p:cNvPr>
          <p:cNvSpPr/>
          <p:nvPr/>
        </p:nvSpPr>
        <p:spPr>
          <a:xfrm>
            <a:off x="-105070" y="3361038"/>
            <a:ext cx="2790605" cy="504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01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2467A-949D-E542-F249-2EA5F5717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0513"/>
            <a:ext cx="12192000" cy="48369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0A7F13-A77C-CC94-9EBA-299041FD8E76}"/>
              </a:ext>
            </a:extLst>
          </p:cNvPr>
          <p:cNvSpPr/>
          <p:nvPr/>
        </p:nvSpPr>
        <p:spPr>
          <a:xfrm>
            <a:off x="3146854" y="3945924"/>
            <a:ext cx="1573427" cy="17628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5C61AD-9867-42B6-6C73-668614D57769}"/>
              </a:ext>
            </a:extLst>
          </p:cNvPr>
          <p:cNvSpPr/>
          <p:nvPr/>
        </p:nvSpPr>
        <p:spPr>
          <a:xfrm>
            <a:off x="3241589" y="3052119"/>
            <a:ext cx="4666735" cy="8938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577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2AA6C-5766-1E3C-0064-17E4074C8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144" y="0"/>
            <a:ext cx="666771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7A7EC6-BCE0-9F6F-CDE5-01172ED64D4D}"/>
              </a:ext>
            </a:extLst>
          </p:cNvPr>
          <p:cNvSpPr/>
          <p:nvPr/>
        </p:nvSpPr>
        <p:spPr>
          <a:xfrm>
            <a:off x="3146853" y="453081"/>
            <a:ext cx="1762898" cy="6334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40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F582DB-99D4-89BC-7898-5DDA21078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1708"/>
            <a:ext cx="12434496" cy="19001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5E2899-0962-0F96-6A45-827428BA1369}"/>
              </a:ext>
            </a:extLst>
          </p:cNvPr>
          <p:cNvSpPr/>
          <p:nvPr/>
        </p:nvSpPr>
        <p:spPr>
          <a:xfrm>
            <a:off x="691976" y="2512540"/>
            <a:ext cx="2166553" cy="7249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154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368BF4-576A-B5AA-AEA6-DB6D720D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8" y="735489"/>
            <a:ext cx="12192000" cy="45632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9E571D-5B64-1E4C-D1FD-296B11680499}"/>
              </a:ext>
            </a:extLst>
          </p:cNvPr>
          <p:cNvSpPr/>
          <p:nvPr/>
        </p:nvSpPr>
        <p:spPr>
          <a:xfrm>
            <a:off x="6606746" y="3534032"/>
            <a:ext cx="271849" cy="46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444C5-4E32-34E8-F59A-531D23A72111}"/>
              </a:ext>
            </a:extLst>
          </p:cNvPr>
          <p:cNvSpPr/>
          <p:nvPr/>
        </p:nvSpPr>
        <p:spPr>
          <a:xfrm>
            <a:off x="4184821" y="3657601"/>
            <a:ext cx="2347784" cy="18946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60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C836EB-A050-9335-5A64-C867E0C46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0306" y="517241"/>
            <a:ext cx="13612942" cy="40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0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BF01BA-A551-BA39-223C-67C5F3AB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52" y="603423"/>
            <a:ext cx="10365583" cy="2914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C3E4CF-6C33-D4D5-2681-83B0C042D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9" y="4226085"/>
            <a:ext cx="10165175" cy="124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41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9EC7D0-0375-EC75-357A-216A4C155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1295215"/>
            <a:ext cx="8626588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66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B8DB2-3A9A-4345-E44D-DD2986D0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7797" y="534623"/>
            <a:ext cx="13385255" cy="50755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FAC558-6C79-C198-CB70-07B7613F53D3}"/>
              </a:ext>
            </a:extLst>
          </p:cNvPr>
          <p:cNvSpPr/>
          <p:nvPr/>
        </p:nvSpPr>
        <p:spPr>
          <a:xfrm>
            <a:off x="6993924" y="1070920"/>
            <a:ext cx="1103871" cy="46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289D0-8CB5-D991-9C67-A9BFB86C94E0}"/>
              </a:ext>
            </a:extLst>
          </p:cNvPr>
          <p:cNvSpPr/>
          <p:nvPr/>
        </p:nvSpPr>
        <p:spPr>
          <a:xfrm>
            <a:off x="1664044" y="687859"/>
            <a:ext cx="708453" cy="358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29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984AA-96BF-12E8-B45D-732F076A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842" y="1112319"/>
            <a:ext cx="7788315" cy="46333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5BF77D-2CF9-8C90-5528-A884ACD0B7EB}"/>
              </a:ext>
            </a:extLst>
          </p:cNvPr>
          <p:cNvSpPr/>
          <p:nvPr/>
        </p:nvSpPr>
        <p:spPr>
          <a:xfrm>
            <a:off x="7957751" y="4794423"/>
            <a:ext cx="1729946" cy="543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644FAA-F7B3-2144-A170-C713AB611949}"/>
              </a:ext>
            </a:extLst>
          </p:cNvPr>
          <p:cNvSpPr/>
          <p:nvPr/>
        </p:nvSpPr>
        <p:spPr>
          <a:xfrm>
            <a:off x="2318951" y="1231557"/>
            <a:ext cx="1618735" cy="46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062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1CC18-1750-57FC-1373-5632EAA3F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528" y="2312573"/>
            <a:ext cx="4534293" cy="22328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01E3B9-08FF-E1E5-2C63-4FB443D5D157}"/>
              </a:ext>
            </a:extLst>
          </p:cNvPr>
          <p:cNvSpPr/>
          <p:nvPr/>
        </p:nvSpPr>
        <p:spPr>
          <a:xfrm>
            <a:off x="4761470" y="4003589"/>
            <a:ext cx="2125362" cy="46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541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05204-AAF1-9B3D-929A-4E6B47E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97" y="2068712"/>
            <a:ext cx="4557155" cy="27205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C53D683-A23E-14F0-87C1-6E6DB1C9405C}"/>
              </a:ext>
            </a:extLst>
          </p:cNvPr>
          <p:cNvSpPr/>
          <p:nvPr/>
        </p:nvSpPr>
        <p:spPr>
          <a:xfrm>
            <a:off x="5074509" y="4368651"/>
            <a:ext cx="1524000" cy="3598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BC9B1-4F28-7D5E-BB9B-0D0583973439}"/>
              </a:ext>
            </a:extLst>
          </p:cNvPr>
          <p:cNvSpPr/>
          <p:nvPr/>
        </p:nvSpPr>
        <p:spPr>
          <a:xfrm>
            <a:off x="3624649" y="3682315"/>
            <a:ext cx="3764691" cy="7125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24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C4FE4-2DEF-1B88-8F8C-569CA3D3C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363" y="1221287"/>
            <a:ext cx="9222499" cy="331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65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2741B6-A932-D1D3-CE8A-92DD80CE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24" y="1120179"/>
            <a:ext cx="11061004" cy="301521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4F3286-8A42-F71E-F40B-926ADF5A5FF3}"/>
              </a:ext>
            </a:extLst>
          </p:cNvPr>
          <p:cNvSpPr/>
          <p:nvPr/>
        </p:nvSpPr>
        <p:spPr>
          <a:xfrm>
            <a:off x="4118919" y="5132173"/>
            <a:ext cx="2125362" cy="461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69FFAA-45C2-D417-D01B-D6FE34B4F7A4}"/>
              </a:ext>
            </a:extLst>
          </p:cNvPr>
          <p:cNvSpPr/>
          <p:nvPr/>
        </p:nvSpPr>
        <p:spPr>
          <a:xfrm>
            <a:off x="514864" y="1878227"/>
            <a:ext cx="5366951" cy="3954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986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7D033D-6B17-D206-4F3E-8336F207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475" y="1019893"/>
            <a:ext cx="8880389" cy="52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27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8F81FD-B662-0C43-9317-3033D8F52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35" y="1394284"/>
            <a:ext cx="11187129" cy="2034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4031A2-D3BB-C1F6-5CC6-85CACDAF9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34" y="3968593"/>
            <a:ext cx="11187129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01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94DAE8-5608-1060-448E-D60360126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29" y="477576"/>
            <a:ext cx="7750212" cy="502963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ADCB28-A275-5B20-84E5-67FD8DEAFBD9}"/>
              </a:ext>
            </a:extLst>
          </p:cNvPr>
          <p:cNvSpPr/>
          <p:nvPr/>
        </p:nvSpPr>
        <p:spPr>
          <a:xfrm>
            <a:off x="5445211" y="4959178"/>
            <a:ext cx="2125362" cy="3871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847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27D5E5-94FD-A0B5-494F-56C81AE3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802" y="670535"/>
            <a:ext cx="3551228" cy="53192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377567-974D-BB75-6B59-F8BC6D94AA4E}"/>
              </a:ext>
            </a:extLst>
          </p:cNvPr>
          <p:cNvSpPr/>
          <p:nvPr/>
        </p:nvSpPr>
        <p:spPr>
          <a:xfrm>
            <a:off x="3608173" y="4464908"/>
            <a:ext cx="2125362" cy="3295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726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C5724-A6A1-43B3-BB63-9F2A57215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03" y="899906"/>
            <a:ext cx="10646063" cy="41685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1773CC-CB27-F6CE-B492-4DCC0A445863}"/>
              </a:ext>
            </a:extLst>
          </p:cNvPr>
          <p:cNvSpPr/>
          <p:nvPr/>
        </p:nvSpPr>
        <p:spPr>
          <a:xfrm>
            <a:off x="9152238" y="1944130"/>
            <a:ext cx="1433384" cy="469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92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ACF8D-8B05-342D-0F3A-ADC17D5C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4" y="2145964"/>
            <a:ext cx="11171888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11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5D44A-36DB-2BF0-5367-576529B2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12" y="474866"/>
            <a:ext cx="10341236" cy="57764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B81F74-1EEC-7AED-BCC5-99B440D1A869}"/>
              </a:ext>
            </a:extLst>
          </p:cNvPr>
          <p:cNvSpPr/>
          <p:nvPr/>
        </p:nvSpPr>
        <p:spPr>
          <a:xfrm>
            <a:off x="922637" y="1721708"/>
            <a:ext cx="1688757" cy="5107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4C9F2-FA46-1DE1-1CD8-AF43F3DA9349}"/>
              </a:ext>
            </a:extLst>
          </p:cNvPr>
          <p:cNvSpPr/>
          <p:nvPr/>
        </p:nvSpPr>
        <p:spPr>
          <a:xfrm>
            <a:off x="922636" y="3363095"/>
            <a:ext cx="9934833" cy="16619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6AD5CE-87A3-C1AF-2461-347ACE7C7DE1}"/>
              </a:ext>
            </a:extLst>
          </p:cNvPr>
          <p:cNvSpPr/>
          <p:nvPr/>
        </p:nvSpPr>
        <p:spPr>
          <a:xfrm>
            <a:off x="922636" y="5502875"/>
            <a:ext cx="1433384" cy="5601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841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6826B-F220-8BF0-5144-F7FF6AD8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96" y="540769"/>
            <a:ext cx="10341236" cy="577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16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3BD0F1-2F75-C604-B7C0-A2AD7C92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32" y="2985554"/>
            <a:ext cx="10104996" cy="3391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5C7905-7706-D16D-F588-CBC5CE124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49" y="793777"/>
            <a:ext cx="11362405" cy="9373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DA4B77-5CAE-FE6C-08D6-1472380036C6}"/>
              </a:ext>
            </a:extLst>
          </p:cNvPr>
          <p:cNvSpPr/>
          <p:nvPr/>
        </p:nvSpPr>
        <p:spPr>
          <a:xfrm>
            <a:off x="1232972" y="4506096"/>
            <a:ext cx="5003071" cy="11944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778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161B5-163C-4959-373A-5B1685533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379" y="566267"/>
            <a:ext cx="12192000" cy="17713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4FFB53-E22B-2BDE-90EB-2E346012B6F1}"/>
              </a:ext>
            </a:extLst>
          </p:cNvPr>
          <p:cNvSpPr/>
          <p:nvPr/>
        </p:nvSpPr>
        <p:spPr>
          <a:xfrm>
            <a:off x="3218292" y="1276865"/>
            <a:ext cx="3536736" cy="3212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F2274-3593-77E8-63F9-53FDFFA8E784}"/>
              </a:ext>
            </a:extLst>
          </p:cNvPr>
          <p:cNvSpPr/>
          <p:nvPr/>
        </p:nvSpPr>
        <p:spPr>
          <a:xfrm>
            <a:off x="2652584" y="1276865"/>
            <a:ext cx="469558" cy="3212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572F33-CE4A-DD75-5BEE-F606744515CE}"/>
              </a:ext>
            </a:extLst>
          </p:cNvPr>
          <p:cNvSpPr/>
          <p:nvPr/>
        </p:nvSpPr>
        <p:spPr>
          <a:xfrm>
            <a:off x="11294076" y="1295400"/>
            <a:ext cx="395416" cy="3130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490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47690A-B36A-BBE9-F9D1-E4AA3588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62" y="451492"/>
            <a:ext cx="12192000" cy="554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10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8E844-C652-1691-93F1-8F966AD8F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865" y="126892"/>
            <a:ext cx="8237934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055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F68AC-66C5-C3D9-39C3-55B7F6A04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31" y="598728"/>
            <a:ext cx="10265030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67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2E238-5FE3-6AEE-9C06-33274D02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092" y="473525"/>
            <a:ext cx="12192000" cy="54331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F9AF66-5D56-F3E5-DA65-38ED2A16096E}"/>
              </a:ext>
            </a:extLst>
          </p:cNvPr>
          <p:cNvSpPr/>
          <p:nvPr/>
        </p:nvSpPr>
        <p:spPr>
          <a:xfrm>
            <a:off x="1977081" y="1054443"/>
            <a:ext cx="741405" cy="403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7B240-9126-55D2-7FCF-DFDCD4E9D728}"/>
              </a:ext>
            </a:extLst>
          </p:cNvPr>
          <p:cNvSpPr/>
          <p:nvPr/>
        </p:nvSpPr>
        <p:spPr>
          <a:xfrm>
            <a:off x="3155093" y="1054443"/>
            <a:ext cx="3739978" cy="403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70AAA-D472-E9A4-092B-7F41ED52F00D}"/>
              </a:ext>
            </a:extLst>
          </p:cNvPr>
          <p:cNvSpPr/>
          <p:nvPr/>
        </p:nvSpPr>
        <p:spPr>
          <a:xfrm>
            <a:off x="11368217" y="1054443"/>
            <a:ext cx="494270" cy="4036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8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B9095E-AF04-3D6E-5FAA-C22349BEF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97" y="560920"/>
            <a:ext cx="10586600" cy="439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81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8AB4FA-5884-6338-103C-A3C714FCC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6" y="1008308"/>
            <a:ext cx="11746985" cy="328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5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BF84D5-7888-4D32-C69B-DDF7496BC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11" y="1683869"/>
            <a:ext cx="9655377" cy="349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1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6F6E2-E005-9843-8631-9E2DCCBD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40" y="726856"/>
            <a:ext cx="11295400" cy="343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48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05DC3-39B7-8AC7-6298-56A5D5B6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84" y="725971"/>
            <a:ext cx="11560128" cy="397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790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E397CD-2418-80CD-1FED-8BA288E0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1" y="701943"/>
            <a:ext cx="10593560" cy="481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80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4161D1-F81B-C3BF-7297-EB7C7F2C7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479" y="628407"/>
            <a:ext cx="7171041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34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CF6D3F-4726-5646-E91F-42E8023F2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832" y="209271"/>
            <a:ext cx="5387807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985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81125-FE9C-606B-7158-8A8500D51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7149"/>
            <a:ext cx="12192000" cy="80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510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85E08-F85D-CAC2-2E38-06C7DD2DE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33" y="1314453"/>
            <a:ext cx="11059242" cy="248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35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0389D-920C-9BDF-9136-EDAF5919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92" y="1183720"/>
            <a:ext cx="11633367" cy="216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33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0</Words>
  <Application>Microsoft Office PowerPoint</Application>
  <PresentationFormat>Widescreen</PresentationFormat>
  <Paragraphs>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Raj Nandan</dc:creator>
  <cp:lastModifiedBy>Chaitanya Raj Nandan</cp:lastModifiedBy>
  <cp:revision>6</cp:revision>
  <dcterms:created xsi:type="dcterms:W3CDTF">2024-07-14T19:26:10Z</dcterms:created>
  <dcterms:modified xsi:type="dcterms:W3CDTF">2024-07-24T16:29:39Z</dcterms:modified>
</cp:coreProperties>
</file>